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6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06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FCB86E7-8756-218F-F91F-FECED3A7B9E7}"/>
              </a:ext>
            </a:extLst>
          </p:cNvPr>
          <p:cNvSpPr/>
          <p:nvPr/>
        </p:nvSpPr>
        <p:spPr>
          <a:xfrm>
            <a:off x="671804" y="5057192"/>
            <a:ext cx="10468947" cy="1399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657E92C-418F-8880-39F7-98E2C3581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17" y="4618966"/>
            <a:ext cx="10486029" cy="1408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7815240-3150-8441-CF73-B3054BBCE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57" y="4115082"/>
            <a:ext cx="10620557" cy="185651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A28B3B1-4D6D-88B8-8AEB-4295A86AB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735" y="3948695"/>
            <a:ext cx="6096000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F49DC4F-4E75-3807-18EE-2C416EF96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06" y="4684280"/>
            <a:ext cx="10486029" cy="14082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224B1A7-1AA2-4FC4-6986-B13850A72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05" y="5449702"/>
            <a:ext cx="10956458" cy="14082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5E3496-C8CB-7D2B-4654-E32DDCBA9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54" y="677941"/>
            <a:ext cx="10066892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09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FF6892-2991-A160-7E83-ED71C1832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81" y="4796246"/>
            <a:ext cx="10486029" cy="14082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5DF7874-E4C8-3856-B180-C672F71C4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26" y="4367039"/>
            <a:ext cx="10486029" cy="1408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FE358E-E85D-B214-A621-A7587961E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045" y="740326"/>
            <a:ext cx="5167506" cy="516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4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26A21B9-56EE-46F6-7090-C0CE30699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42" y="4936206"/>
            <a:ext cx="10486029" cy="14082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8B986D-029A-A6B8-8EA1-132AA36A2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19" y="4199088"/>
            <a:ext cx="10670322" cy="14082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</Words>
  <Application>Microsoft Office PowerPoint</Application>
  <PresentationFormat>Panorámica</PresentationFormat>
  <Paragraphs>9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1: Cambio Climático</dc:title>
  <dc:subject>PptxGenJS Presentation</dc:subject>
  <dc:creator>Created by Marp</dc:creator>
  <cp:lastModifiedBy>Sergio Rubio</cp:lastModifiedBy>
  <cp:revision>2</cp:revision>
  <dcterms:created xsi:type="dcterms:W3CDTF">2026-08-28T14:09:00Z</dcterms:created>
  <dcterms:modified xsi:type="dcterms:W3CDTF">2026-08-28T15:47:44Z</dcterms:modified>
</cp:coreProperties>
</file>